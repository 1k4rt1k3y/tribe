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60" r:id="rId2"/>
    <p:sldId id="265" r:id="rId3"/>
    <p:sldId id="307" r:id="rId4"/>
    <p:sldId id="308" r:id="rId5"/>
    <p:sldId id="309" r:id="rId6"/>
    <p:sldId id="306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05" r:id="rId15"/>
    <p:sldId id="304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3/12/2026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3/12/2026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rial" pitchFamily="34" charset="0"/>
                <a:cs typeface="Arial" pitchFamily="34" charset="0"/>
              </a:rPr>
              <a:t>TRIBE-</a:t>
            </a:r>
            <a:r>
              <a:rPr lang="en-US" b="1" i="1" dirty="0"/>
              <a:t>Find Your People</a:t>
            </a:r>
            <a:endParaRPr lang="en-US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46212" y="1828800"/>
            <a:ext cx="9601200" cy="41910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Department of Computer Science and Engineering </a:t>
            </a:r>
          </a:p>
          <a:p>
            <a:pPr marL="0" lvl="0" indent="0" algn="ctr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(Supervisor: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Mr./Ms./Mrs./Dr Supervisor Name 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dirty="0"/>
              <a:t>Group Members</a:t>
            </a:r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98759"/>
              </p:ext>
            </p:extLst>
          </p:nvPr>
        </p:nvGraphicFramePr>
        <p:xfrm>
          <a:off x="2284412" y="4552950"/>
          <a:ext cx="8101544" cy="200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4139144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</a:tblGrid>
              <a:tr h="3762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>
                          <a:latin typeface="Arial" pitchFamily="34" charset="0"/>
                          <a:cs typeface="Arial" pitchFamily="34" charset="0"/>
                        </a:rPr>
                        <a:t>Kartikey Pandey</a:t>
                      </a:r>
                      <a:br>
                        <a:rPr lang="en-US" sz="1400" baseline="0" dirty="0">
                          <a:latin typeface="Arial" pitchFamily="34" charset="0"/>
                          <a:cs typeface="Arial" pitchFamily="34" charset="0"/>
                        </a:rPr>
                      </a:b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2401331690026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Saurav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2401331690049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Madhav Solanki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2401331690034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86947"/>
                  </a:ext>
                </a:extLst>
              </a:tr>
            </a:tbl>
          </a:graphicData>
        </a:graphic>
      </p:graphicFrame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9CEDF0D4-BD26-349A-2142-A1ADFB5C8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84" y="2996952"/>
            <a:ext cx="2688305" cy="115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Objectives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Literature Review / Existing Systems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Working Methodology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Technologies Used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Results &amp; Advantages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Conclusions &amp; Future Scope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D20B-0D87-AA1A-C888-BECABE3A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A0ED-503B-6299-2D14-D2C771F6F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Social media platforms are widely used for communication and networking.</a:t>
            </a:r>
          </a:p>
          <a:p>
            <a:r>
              <a:rPr lang="en-US" dirty="0"/>
              <a:t>Most platforms focus on </a:t>
            </a:r>
            <a:r>
              <a:rPr lang="en-US" b="1" dirty="0"/>
              <a:t>followers, likes, and popularity metrics</a:t>
            </a:r>
            <a:r>
              <a:rPr lang="en-US" dirty="0"/>
              <a:t>.</a:t>
            </a:r>
          </a:p>
          <a:p>
            <a:r>
              <a:rPr lang="en-US" dirty="0"/>
              <a:t>Many users struggle to find </a:t>
            </a:r>
            <a:r>
              <a:rPr lang="en-US" b="1" dirty="0"/>
              <a:t>people with similar interests or personalities</a:t>
            </a:r>
            <a:r>
              <a:rPr lang="en-US" dirty="0"/>
              <a:t>.</a:t>
            </a:r>
          </a:p>
          <a:p>
            <a:r>
              <a:rPr lang="en-US" dirty="0"/>
              <a:t>There is a need for a platform that promotes </a:t>
            </a:r>
            <a:r>
              <a:rPr lang="en-US" b="1" dirty="0"/>
              <a:t>genuine connections and belonging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 TRIBE</a:t>
            </a:r>
            <a:r>
              <a:rPr lang="en-US" dirty="0"/>
              <a:t> is designed to help users:</a:t>
            </a:r>
          </a:p>
          <a:p>
            <a:r>
              <a:rPr lang="en-US" dirty="0"/>
              <a:t>Discover people with similar interests</a:t>
            </a:r>
          </a:p>
          <a:p>
            <a:r>
              <a:rPr lang="en-US" dirty="0"/>
              <a:t>Communicate easily</a:t>
            </a:r>
          </a:p>
          <a:p>
            <a:r>
              <a:rPr lang="en-US" dirty="0"/>
              <a:t>Build meaningful digital communities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82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34C4-29F4-3B72-2630-6443AD96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1F5F-9E30-76D9-9835-57E97F86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social networking platforms have several limitations:</a:t>
            </a:r>
          </a:p>
          <a:p>
            <a:r>
              <a:rPr lang="en-US" dirty="0"/>
              <a:t>Focus on </a:t>
            </a:r>
            <a:r>
              <a:rPr lang="en-US" b="1" dirty="0"/>
              <a:t>popularity rather than compatibility</a:t>
            </a:r>
            <a:endParaRPr lang="en-US" dirty="0"/>
          </a:p>
          <a:p>
            <a:r>
              <a:rPr lang="en-US" dirty="0"/>
              <a:t>Random connections instead of </a:t>
            </a:r>
            <a:r>
              <a:rPr lang="en-US" b="1" dirty="0"/>
              <a:t>interest-based matching</a:t>
            </a:r>
            <a:endParaRPr lang="en-US" dirty="0"/>
          </a:p>
          <a:p>
            <a:r>
              <a:rPr lang="en-US" dirty="0"/>
              <a:t>Lack of systems that help users find </a:t>
            </a:r>
            <a:r>
              <a:rPr lang="en-US" b="1" dirty="0"/>
              <a:t>like-minded communities</a:t>
            </a:r>
            <a:endParaRPr lang="en-US" dirty="0"/>
          </a:p>
          <a:p>
            <a:r>
              <a:rPr lang="en-US" dirty="0"/>
              <a:t>Superficial engagement instead of meaningful conversations</a:t>
            </a:r>
          </a:p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Users need a platform where they can </a:t>
            </a:r>
            <a:r>
              <a:rPr lang="en-US" b="1" dirty="0"/>
              <a:t>connect with people who truly match their vibe and interests.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45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5053-B4C5-57EB-545A-CF28C609E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E994-9CE7-DD18-7EF9-E211C2A0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main objectives of the TRIBE platform are:</a:t>
            </a:r>
          </a:p>
          <a:p>
            <a:r>
              <a:rPr lang="en-US" dirty="0"/>
              <a:t>Create a platform for </a:t>
            </a:r>
            <a:r>
              <a:rPr lang="en-US" b="1" dirty="0"/>
              <a:t>connecting like-minded individuals</a:t>
            </a:r>
            <a:endParaRPr lang="en-US" dirty="0"/>
          </a:p>
          <a:p>
            <a:r>
              <a:rPr lang="en-US" dirty="0"/>
              <a:t>Provide </a:t>
            </a:r>
            <a:r>
              <a:rPr lang="en-US" b="1" dirty="0"/>
              <a:t>vibe-based or interest-based user matching</a:t>
            </a:r>
            <a:endParaRPr lang="en-US" dirty="0"/>
          </a:p>
          <a:p>
            <a:r>
              <a:rPr lang="en-US" dirty="0"/>
              <a:t>Enable </a:t>
            </a:r>
            <a:r>
              <a:rPr lang="en-US" b="1" dirty="0"/>
              <a:t>real-time communication between users</a:t>
            </a:r>
            <a:endParaRPr lang="en-US" dirty="0"/>
          </a:p>
          <a:p>
            <a:r>
              <a:rPr lang="en-US" dirty="0"/>
              <a:t>Build a </a:t>
            </a:r>
            <a:r>
              <a:rPr lang="en-US" b="1" dirty="0"/>
              <a:t>community-driven social networking system</a:t>
            </a:r>
            <a:endParaRPr lang="en-US" dirty="0"/>
          </a:p>
          <a:p>
            <a:r>
              <a:rPr lang="en-US" dirty="0"/>
              <a:t>Provide a </a:t>
            </a:r>
            <a:r>
              <a:rPr lang="en-US" b="1" dirty="0"/>
              <a:t>secure and user-friendly platform</a:t>
            </a:r>
            <a:endParaRPr lang="en-US" dirty="0"/>
          </a:p>
          <a:p>
            <a:r>
              <a:rPr lang="en-US" dirty="0"/>
              <a:t>Encourage </a:t>
            </a:r>
            <a:r>
              <a:rPr lang="en-US" b="1" dirty="0"/>
              <a:t>authentic and meaningful interactions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36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/ Existing Systems</a:t>
            </a:r>
            <a:r>
              <a:rPr lang="en-GB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/>
              <a:t>Several social networking platforms already exist that allow users to connect and communicate online. However, these platforms have certain limitations.</a:t>
            </a:r>
          </a:p>
          <a:p>
            <a:r>
              <a:rPr lang="en-US" sz="1600" b="1" dirty="0"/>
              <a:t>Examples of Existing Systems</a:t>
            </a:r>
            <a:endParaRPr lang="en-US" sz="1600" dirty="0"/>
          </a:p>
          <a:p>
            <a:r>
              <a:rPr lang="en-US" sz="1600" b="1" dirty="0"/>
              <a:t>Instagram</a:t>
            </a:r>
            <a:endParaRPr lang="en-US" sz="1600" dirty="0"/>
          </a:p>
          <a:p>
            <a:r>
              <a:rPr lang="en-US" sz="1600" dirty="0"/>
              <a:t>Popular platform for sharing photos and videos</a:t>
            </a:r>
          </a:p>
          <a:p>
            <a:r>
              <a:rPr lang="en-US" sz="1600" dirty="0"/>
              <a:t>Allows messaging and story sharing</a:t>
            </a:r>
          </a:p>
          <a:p>
            <a:r>
              <a:rPr lang="en-US" sz="1600" dirty="0"/>
              <a:t>Focuses heavily on </a:t>
            </a:r>
            <a:r>
              <a:rPr lang="en-US" sz="1600" b="1" dirty="0"/>
              <a:t>likes, followers, and popularity</a:t>
            </a:r>
            <a:endParaRPr lang="en-US" sz="1600" dirty="0"/>
          </a:p>
          <a:p>
            <a:r>
              <a:rPr lang="en-US" sz="1600" b="1" dirty="0"/>
              <a:t>Facebook</a:t>
            </a:r>
            <a:endParaRPr lang="en-US" sz="1600" dirty="0"/>
          </a:p>
          <a:p>
            <a:r>
              <a:rPr lang="en-US" sz="1600" dirty="0"/>
              <a:t>One of the largest social networking platforms</a:t>
            </a:r>
          </a:p>
          <a:p>
            <a:r>
              <a:rPr lang="en-US" sz="1600" dirty="0"/>
              <a:t>Supports posts, groups, messaging, and communities</a:t>
            </a:r>
          </a:p>
          <a:p>
            <a:r>
              <a:rPr lang="en-US" sz="1600" dirty="0"/>
              <a:t>Connections are mostly </a:t>
            </a:r>
            <a:r>
              <a:rPr lang="en-US" sz="1600" b="1" dirty="0"/>
              <a:t>random rather than interest-based</a:t>
            </a:r>
            <a:endParaRPr lang="en-US" sz="1600" dirty="0"/>
          </a:p>
          <a:p>
            <a:endParaRPr lang="en-GB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4246-2DE5-99D5-27F2-14905A1F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548680"/>
            <a:ext cx="9601200" cy="54711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LinkedIn</a:t>
            </a:r>
            <a:endParaRPr lang="en-US" dirty="0"/>
          </a:p>
          <a:p>
            <a:r>
              <a:rPr lang="en-US" dirty="0"/>
              <a:t>Platform designed for </a:t>
            </a:r>
            <a:r>
              <a:rPr lang="en-US" b="1" dirty="0"/>
              <a:t>professional networking</a:t>
            </a:r>
            <a:endParaRPr lang="en-US" dirty="0"/>
          </a:p>
          <a:p>
            <a:r>
              <a:rPr lang="en-US" dirty="0"/>
              <a:t>Used for job searching and career connections</a:t>
            </a:r>
          </a:p>
          <a:p>
            <a:r>
              <a:rPr lang="en-US" dirty="0"/>
              <a:t>Limited to </a:t>
            </a:r>
            <a:r>
              <a:rPr lang="en-US" b="1" dirty="0"/>
              <a:t>professional interactions only</a:t>
            </a:r>
            <a:endParaRPr lang="en-US" dirty="0"/>
          </a:p>
          <a:p>
            <a:r>
              <a:rPr lang="en-US" b="1" dirty="0"/>
              <a:t>Tinder / Bumble</a:t>
            </a:r>
            <a:endParaRPr lang="en-US" dirty="0"/>
          </a:p>
          <a:p>
            <a:r>
              <a:rPr lang="en-US" dirty="0"/>
              <a:t>Applications designed mainly for </a:t>
            </a:r>
            <a:r>
              <a:rPr lang="en-US" b="1" dirty="0"/>
              <a:t>dating purposes</a:t>
            </a:r>
            <a:endParaRPr lang="en-US" dirty="0"/>
          </a:p>
          <a:p>
            <a:r>
              <a:rPr lang="en-US" dirty="0"/>
              <a:t>Matching based on limited profile information</a:t>
            </a:r>
          </a:p>
          <a:p>
            <a:r>
              <a:rPr lang="en-US" dirty="0"/>
              <a:t>Not designed for </a:t>
            </a:r>
            <a:r>
              <a:rPr lang="en-US" b="1" dirty="0"/>
              <a:t>general social community building</a:t>
            </a:r>
            <a:endParaRPr lang="en-US" dirty="0"/>
          </a:p>
          <a:p>
            <a:r>
              <a:rPr lang="en-US" b="1" dirty="0"/>
              <a:t>Twitter (X)</a:t>
            </a:r>
            <a:endParaRPr lang="en-US" dirty="0"/>
          </a:p>
          <a:p>
            <a:r>
              <a:rPr lang="en-US" dirty="0"/>
              <a:t>Platform used for sharing short posts and opinions</a:t>
            </a:r>
          </a:p>
          <a:p>
            <a:r>
              <a:rPr lang="en-US" dirty="0"/>
              <a:t>Good for public discussions and trends</a:t>
            </a:r>
          </a:p>
          <a:p>
            <a:r>
              <a:rPr lang="en-US" dirty="0"/>
              <a:t>Limited focus on </a:t>
            </a:r>
            <a:r>
              <a:rPr lang="en-US" b="1" dirty="0"/>
              <a:t>deep personal connections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80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A565-1CE2-2CF6-2A0A-DEF18678A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980728"/>
            <a:ext cx="9601200" cy="5039072"/>
          </a:xfrm>
        </p:spPr>
        <p:txBody>
          <a:bodyPr/>
          <a:lstStyle/>
          <a:p>
            <a:r>
              <a:rPr lang="en-US" b="1" dirty="0"/>
              <a:t>Observation</a:t>
            </a:r>
            <a:endParaRPr lang="en-US" dirty="0"/>
          </a:p>
          <a:p>
            <a:r>
              <a:rPr lang="en-US" dirty="0"/>
              <a:t>Most existing systems focus on </a:t>
            </a:r>
            <a:r>
              <a:rPr lang="en-US" b="1" dirty="0"/>
              <a:t>engagement metrics or specific purposes</a:t>
            </a:r>
            <a:r>
              <a:rPr lang="en-US" dirty="0"/>
              <a:t>.</a:t>
            </a:r>
          </a:p>
          <a:p>
            <a:r>
              <a:rPr lang="en-US" dirty="0"/>
              <a:t>There is a lack of platforms designed to help users </a:t>
            </a:r>
            <a:r>
              <a:rPr lang="en-US" b="1" dirty="0"/>
              <a:t>find people with similar interests and build meaningful communities</a:t>
            </a:r>
            <a:r>
              <a:rPr lang="en-US" dirty="0"/>
              <a:t>.</a:t>
            </a:r>
          </a:p>
          <a:p>
            <a:r>
              <a:rPr lang="en-US" b="1" dirty="0"/>
              <a:t>TRIBE</a:t>
            </a:r>
            <a:r>
              <a:rPr lang="en-US" dirty="0"/>
              <a:t> aims to address this gap by creating a </a:t>
            </a:r>
            <a:r>
              <a:rPr lang="en-US" b="1" dirty="0"/>
              <a:t>vibe-based social networking platform for like-minded individuals.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84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EBED-7465-CCE2-6514-AF8CCF2C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A511-A418-9929-0125-2C4FE28A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Components:</a:t>
            </a:r>
          </a:p>
          <a:p>
            <a:pPr marL="0" indent="0">
              <a:buNone/>
            </a:pPr>
            <a:r>
              <a:rPr lang="en-IN" b="1" dirty="0"/>
              <a:t>Frontend</a:t>
            </a:r>
            <a:endParaRPr lang="en-IN" dirty="0"/>
          </a:p>
          <a:p>
            <a:r>
              <a:rPr lang="en-IN" dirty="0"/>
              <a:t>Mobile interface</a:t>
            </a:r>
          </a:p>
          <a:p>
            <a:r>
              <a:rPr lang="en-IN" dirty="0"/>
              <a:t>Built using Flutter</a:t>
            </a:r>
          </a:p>
          <a:p>
            <a:pPr marL="0" indent="0">
              <a:buNone/>
            </a:pPr>
            <a:r>
              <a:rPr lang="en-IN" b="1" dirty="0"/>
              <a:t>Backend</a:t>
            </a:r>
            <a:endParaRPr lang="en-IN" dirty="0"/>
          </a:p>
          <a:p>
            <a:r>
              <a:rPr lang="en-IN" dirty="0"/>
              <a:t>Server logic</a:t>
            </a:r>
          </a:p>
          <a:p>
            <a:r>
              <a:rPr lang="en-IN" dirty="0"/>
              <a:t>Developed using Node.js</a:t>
            </a:r>
          </a:p>
          <a:p>
            <a:pPr marL="0" indent="0">
              <a:buNone/>
            </a:pPr>
            <a:r>
              <a:rPr lang="en-IN" b="1" dirty="0"/>
              <a:t>Database</a:t>
            </a:r>
            <a:endParaRPr lang="en-IN" dirty="0"/>
          </a:p>
          <a:p>
            <a:r>
              <a:rPr lang="en-IN" dirty="0"/>
              <a:t>Stores user profiles, posts, and messages</a:t>
            </a:r>
          </a:p>
          <a:p>
            <a:pPr marL="0" indent="0">
              <a:buNone/>
            </a:pPr>
            <a:r>
              <a:rPr lang="en-IN" b="1" dirty="0"/>
              <a:t>Communication</a:t>
            </a:r>
            <a:endParaRPr lang="en-IN" dirty="0"/>
          </a:p>
          <a:p>
            <a:r>
              <a:rPr lang="en-IN" dirty="0"/>
              <a:t>API requests between frontend and backend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83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EF98-0A7A-72AC-9BA5-11428046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591344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AA95B-1C82-B62E-4665-75C177945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268760"/>
            <a:ext cx="9601200" cy="475104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Frontend</a:t>
            </a:r>
          </a:p>
          <a:p>
            <a:r>
              <a:rPr lang="en-IN" dirty="0"/>
              <a:t>Flutter</a:t>
            </a:r>
          </a:p>
          <a:p>
            <a:r>
              <a:rPr lang="en-IN" dirty="0"/>
              <a:t>Dart Programming Language</a:t>
            </a:r>
          </a:p>
          <a:p>
            <a:r>
              <a:rPr lang="en-IN" b="1" dirty="0"/>
              <a:t>Backend</a:t>
            </a:r>
          </a:p>
          <a:p>
            <a:r>
              <a:rPr lang="en-IN" dirty="0"/>
              <a:t>Node.js</a:t>
            </a:r>
          </a:p>
          <a:p>
            <a:r>
              <a:rPr lang="en-IN" dirty="0"/>
              <a:t>Express.js</a:t>
            </a:r>
          </a:p>
          <a:p>
            <a:r>
              <a:rPr lang="en-IN" b="1" dirty="0"/>
              <a:t>Database</a:t>
            </a:r>
          </a:p>
          <a:p>
            <a:r>
              <a:rPr lang="en-IN" dirty="0"/>
              <a:t>MongoDB / MySQL</a:t>
            </a:r>
          </a:p>
          <a:p>
            <a:r>
              <a:rPr lang="en-IN" b="1" dirty="0"/>
              <a:t>Tools</a:t>
            </a:r>
          </a:p>
          <a:p>
            <a:r>
              <a:rPr lang="en-IN" dirty="0"/>
              <a:t>Visual Studio Code</a:t>
            </a:r>
          </a:p>
          <a:p>
            <a:r>
              <a:rPr lang="en-IN" dirty="0"/>
              <a:t>Git /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89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320B-9380-59CB-74AF-FCC29D10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F18F-7F29-49CA-6DA4-5C06658FA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Results</a:t>
            </a:r>
          </a:p>
          <a:p>
            <a:r>
              <a:rPr lang="en-US" dirty="0"/>
              <a:t>Functional mobile social networking application</a:t>
            </a:r>
          </a:p>
          <a:p>
            <a:r>
              <a:rPr lang="en-US" dirty="0"/>
              <a:t>User profile and interaction system implemented</a:t>
            </a:r>
          </a:p>
          <a:p>
            <a:r>
              <a:rPr lang="en-US" dirty="0"/>
              <a:t>Messaging and community features integrated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Helps users find </a:t>
            </a:r>
            <a:r>
              <a:rPr lang="en-US" b="1" dirty="0"/>
              <a:t>people with similar interests</a:t>
            </a:r>
            <a:endParaRPr lang="en-US" dirty="0"/>
          </a:p>
          <a:p>
            <a:r>
              <a:rPr lang="en-US" dirty="0"/>
              <a:t>Encourages </a:t>
            </a:r>
            <a:r>
              <a:rPr lang="en-US" b="1" dirty="0"/>
              <a:t>meaningful conversations</a:t>
            </a:r>
            <a:endParaRPr lang="en-US" dirty="0"/>
          </a:p>
          <a:p>
            <a:r>
              <a:rPr lang="en-US" dirty="0"/>
              <a:t>Easy-to-use mobile interface</a:t>
            </a:r>
          </a:p>
          <a:p>
            <a:r>
              <a:rPr lang="en-US" dirty="0"/>
              <a:t>Scalable architecture for future expansion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0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911F-4C3C-D81E-A569-409D1386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73536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85F5C-0A00-F19A-8342-22104868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268760"/>
            <a:ext cx="9601200" cy="47510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TRIBE is a modern social networking platform designed to promote </a:t>
            </a:r>
            <a:r>
              <a:rPr lang="en-US" b="1" dirty="0"/>
              <a:t>authentic connections rather than superficial engagement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platform:</a:t>
            </a:r>
          </a:p>
          <a:p>
            <a:r>
              <a:rPr lang="en-US" dirty="0"/>
              <a:t>Helps users discover people with </a:t>
            </a:r>
            <a:r>
              <a:rPr lang="en-US" b="1" dirty="0"/>
              <a:t>shared interests</a:t>
            </a:r>
            <a:endParaRPr lang="en-US" dirty="0"/>
          </a:p>
          <a:p>
            <a:r>
              <a:rPr lang="en-US" dirty="0"/>
              <a:t>Encourages </a:t>
            </a:r>
            <a:r>
              <a:rPr lang="en-US" b="1" dirty="0"/>
              <a:t>community building</a:t>
            </a:r>
            <a:endParaRPr lang="en-US" dirty="0"/>
          </a:p>
          <a:p>
            <a:r>
              <a:rPr lang="en-US" dirty="0"/>
              <a:t>Uses modern technologies for scalability and performance</a:t>
            </a:r>
          </a:p>
          <a:p>
            <a:pPr marL="0" indent="0">
              <a:buNone/>
            </a:pPr>
            <a:r>
              <a:rPr lang="en-US" dirty="0"/>
              <a:t>The project demonstrates the practical implementation of </a:t>
            </a:r>
            <a:r>
              <a:rPr lang="en-US" b="1" dirty="0"/>
              <a:t>mobile development, backend systems, and database integration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27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7E95-B9EB-D1A5-D797-7F79A23E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F060C-4902-7A99-3537-25843F707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Future improvements may include:</a:t>
            </a:r>
          </a:p>
          <a:p>
            <a:r>
              <a:rPr lang="en-US" b="1" dirty="0"/>
              <a:t>AI-based user matching</a:t>
            </a:r>
            <a:endParaRPr lang="en-US" dirty="0"/>
          </a:p>
          <a:p>
            <a:r>
              <a:rPr lang="en-US" b="1" dirty="0"/>
              <a:t>Location-based meetups</a:t>
            </a:r>
            <a:endParaRPr lang="en-US" dirty="0"/>
          </a:p>
          <a:p>
            <a:r>
              <a:rPr lang="en-US" b="1" dirty="0"/>
              <a:t>Voice and video chat</a:t>
            </a:r>
            <a:endParaRPr lang="en-US" dirty="0"/>
          </a:p>
          <a:p>
            <a:r>
              <a:rPr lang="en-US" b="1" dirty="0"/>
              <a:t>Interest-based communities</a:t>
            </a:r>
            <a:endParaRPr lang="en-US" dirty="0"/>
          </a:p>
          <a:p>
            <a:r>
              <a:rPr lang="en-US" b="1" dirty="0"/>
              <a:t>Advanced recommendation systems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89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Feedback from the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panel wants the team to :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3459</TotalTime>
  <Words>611</Words>
  <Application>Microsoft Office PowerPoint</Application>
  <PresentationFormat>Custom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굴림</vt:lpstr>
      <vt:lpstr>Arial</vt:lpstr>
      <vt:lpstr>Century Gothic</vt:lpstr>
      <vt:lpstr>Times New Roman</vt:lpstr>
      <vt:lpstr>Vertical and Horizontal design template</vt:lpstr>
      <vt:lpstr>TRIBE-Find Your People</vt:lpstr>
      <vt:lpstr>Index</vt:lpstr>
      <vt:lpstr>Introduction</vt:lpstr>
      <vt:lpstr>Problem Statement</vt:lpstr>
      <vt:lpstr>Objectives</vt:lpstr>
      <vt:lpstr>Literature Review / Existing Systems </vt:lpstr>
      <vt:lpstr>PowerPoint Presentation</vt:lpstr>
      <vt:lpstr>PowerPoint Presentation</vt:lpstr>
      <vt:lpstr>System Architecture</vt:lpstr>
      <vt:lpstr>Technologies Used</vt:lpstr>
      <vt:lpstr>Results &amp; Advantages</vt:lpstr>
      <vt:lpstr>Conclusion</vt:lpstr>
      <vt:lpstr>Future Scope</vt:lpstr>
      <vt:lpstr>PowerPoint Presentation</vt:lpstr>
      <vt:lpstr>Feedback from the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Kartikey Pandey</cp:lastModifiedBy>
  <cp:revision>80</cp:revision>
  <dcterms:created xsi:type="dcterms:W3CDTF">2017-11-16T17:39:44Z</dcterms:created>
  <dcterms:modified xsi:type="dcterms:W3CDTF">2026-03-12T11:22:55Z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